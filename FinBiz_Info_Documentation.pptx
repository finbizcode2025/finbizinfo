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FinBiz Info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Financial Analysis &amp; Intelligence Platform</a:t>
            </a:r>
          </a:p>
          <a:p>
            <a:r>
              <a:t>Automated Extraction, Analysis, and AI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Financial Document Processing: High-performance PDF extraction.</a:t>
            </a:r>
          </a:p>
          <a:p>
            <a:pPr/>
            <a:r>
              <a:t>Automated Ratio Engine: 40+ Financial Ratios calculated instantly.</a:t>
            </a:r>
          </a:p>
          <a:p>
            <a:pPr/>
            <a:r>
              <a:t>AI Multi-Agent System: Orchestrated agents for validation &amp; quality.</a:t>
            </a:r>
          </a:p>
          <a:p>
            <a:pPr/>
            <a:r>
              <a:t>ERP Integration: Direct connection to Tally ERP.</a:t>
            </a:r>
          </a:p>
          <a:p>
            <a:pPr/>
            <a:r>
              <a:t>Corporate Data: Integration with Probe42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PyMuPDF Extraction: High-speed text and layout parsing.</a:t>
            </a:r>
          </a:p>
          <a:p>
            <a:pPr/>
            <a:r>
              <a:t>OCR Support: Processing scanned documents via GLM/Ollama.</a:t>
            </a:r>
          </a:p>
          <a:p>
            <a:pPr/>
            <a:r>
              <a:t>Table Reconstruction: Vertical &amp; Horizontal clustering heuristics.</a:t>
            </a:r>
          </a:p>
          <a:p>
            <a:pPr/>
            <a:r>
              <a:t>Intelligent Note Selection: Targeting key account notes for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Ratio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Liquidity: Current, Quick, Cash Ratios.</a:t>
            </a:r>
          </a:p>
          <a:p>
            <a:pPr/>
            <a:r>
              <a:t>Profitability: Margins (Gross, Net, EBITDA), ROA, ROE.</a:t>
            </a:r>
          </a:p>
          <a:p>
            <a:pPr/>
            <a:r>
              <a:t>Solvency: Debt-to-Equity, Interest Coverage.</a:t>
            </a:r>
          </a:p>
          <a:p>
            <a:pPr/>
            <a:r>
              <a:t>Efficiency: Asset Turnover, Receivables Turnover, DSO.</a:t>
            </a:r>
          </a:p>
          <a:p>
            <a:pPr/>
            <a:r>
              <a:t>DuPont Analysis: 3-step breakdown of ROE.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FinancialRatioAgent: Calculation &amp; interpretation tasks.</a:t>
            </a:r>
          </a:p>
          <a:p>
            <a:pPr/>
            <a:r>
              <a:t>DataValidationAgent: Internal consistency (Assets = E + L).</a:t>
            </a:r>
          </a:p>
          <a:p>
            <a:pPr/>
            <a:r>
              <a:t>QualityCheckAgent: Reliability assessment.</a:t>
            </a:r>
          </a:p>
          <a:p>
            <a:pPr/>
            <a:r>
              <a:t>FactCheckingAgent: PDF source citation and verification.</a:t>
            </a:r>
          </a:p>
          <a:p>
            <a:pPr/>
            <a:r>
              <a:t>RAG: Natural language querying over documents using LangChain.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Backend: Python, Flask, LangChain, LangGraph.</a:t>
            </a:r>
          </a:p>
          <a:p>
            <a:pPr/>
            <a:r>
              <a:t>AI/LLM: Google Gemini, Kimi (Moonshot), Mistral.</a:t>
            </a:r>
          </a:p>
          <a:p>
            <a:pPr/>
            <a:r>
              <a:t>Data: FAISS (Vector DB), Pandas, NumPy, SQLAlchemy.</a:t>
            </a:r>
          </a:p>
          <a:p>
            <a:pPr/>
            <a:r>
              <a:t>Frontend: React, TypeScript, Vite, Tailwind CSS.</a:t>
            </a:r>
          </a:p>
          <a:p>
            <a:pPr/>
            <a:r>
              <a:t>External: Tavily (Search), Probe42, Tally ERP.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/be: Backend (app.py, agents.py, analyzer.py, models.py).</a:t>
            </a:r>
          </a:p>
          <a:p>
            <a:pPr/>
            <a:r>
              <a:t>/fe: Frontend (React components, Pages, Utils).</a:t>
            </a:r>
          </a:p>
          <a:p>
            <a:pPr/>
            <a:r>
              <a:t>/uploads: Session and PDF storage.</a:t>
            </a:r>
          </a:p>
          <a:p>
            <a:pPr/>
            <a:r>
              <a:t>finbiz.db: SQLite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Extraction: PDF parsing and OCR.</a:t>
            </a:r>
          </a:p>
          <a:p>
            <a:pPr/>
            <a:r>
              <a:t>2. Refinement: LLM-based structural mapping (Kimi/Gemini).</a:t>
            </a:r>
          </a:p>
          <a:p>
            <a:pPr/>
            <a:r>
              <a:t>3. Intelligence: Agent execution and ratio calculation.</a:t>
            </a:r>
          </a:p>
          <a:p>
            <a:pPr/>
            <a:r>
              <a:t>4. Interaction: RAG-based chat and report generation.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